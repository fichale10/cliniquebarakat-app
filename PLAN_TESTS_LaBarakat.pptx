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6534"/>
                </a:solidFill>
              </a:defRPr>
            </a:pPr>
            <a:r>
              <a:t>🐾 La Barakat — Plan de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Nouvelle version : cliniquebarakat-app-v2.pages.dev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Validation des fonctionnalités livrées · Août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97706"/>
                </a:solidFill>
              </a:defRPr>
            </a:pPr>
            <a:r>
              <a:t>⚙️ Prérequis avant de commencer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1.  Exécuter dans Supabase → SQL Editor : supabase/commandes_echeance.sql (le seul script encore en attente)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2.  Vérifier que les fiches Médicaments ont un PRIX D'ACHAT renseigné (sinon marges faussées à 100 %)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3.  Avoir au moins un médicament de catégorie « Vaccin » en stock (ex : Vaccin Rage)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4.  Disposer de 2 comptes de test : un ADMIN et un VÉTÉRINAIRE (ou caissier)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5.  Utiliser la nouvelle URL : https://cliniquebarakat-app-v2.pages.dev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💡 Astuce : ouvrez la console navigateur (F12) pendant les tests — toute erreur rouge est à signaler.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9488"/>
                </a:solidFill>
              </a:rPr>
              <a:t>TEST 1  </a:t>
            </a:r>
            <a:r>
              <a:rPr sz="3000" b="1">
                <a:solidFill>
                  <a:srgbClr val="0F172A"/>
                </a:solidFill>
              </a:rPr>
              <a:t>Connexion &amp; Sécurité des rôles (RLS)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Vérifier que chaque rôle ne voit que ce qui le concerne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Se connecter avec le compte ADMIN → vérifier que toutes les données chargent (patients, ventes, stock)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Se déconnecter, se connecter avec le compte VÉTÉRINAIRE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Vérifier l'accès aux pages : Patients, Consultations, Chirurgies, Agenda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Tenter d'accéder aux pages Caisse, Dépenses, Fournisseurs, Comptes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L'admin voit tout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vétérinaire voit ses pages avec leurs données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Les pages hors rôle affichent « Interdit » ou sont absentes du menu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Aucune page blanche, aucune erreur console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9488"/>
                </a:solidFill>
              </a:rPr>
              <a:t>TEST 2  </a:t>
            </a:r>
            <a:r>
              <a:rPr sz="3000" b="1">
                <a:solidFill>
                  <a:srgbClr val="0F172A"/>
                </a:solidFill>
              </a:rPr>
              <a:t>Caisse — vente au comptoir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Valider le calcul TTC, le stock par conditionnement et le reçu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Ouvrir la Caisse → noter le stock actuel d'un médicament en comprimés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Vendre 2 « Plaquette (10 cp) » de ce médicament, encaisser en Espèces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Imprimer le reçu et vérifier les montants (HT, TVA si active, TTC)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Aller dans Médicaments → vérifier le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total = 2 × prix plaquette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reçu affiche le bon TOTAL TTC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stock a baissé de 20 comprimés (2 × 10), pas de 2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La vente apparaît dans l'historique avec le caissier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97706"/>
                </a:solidFill>
              </a:rPr>
              <a:t>TEST 3  </a:t>
            </a:r>
            <a:r>
              <a:rPr sz="3000" b="1">
                <a:solidFill>
                  <a:srgbClr val="0F172A"/>
                </a:solidFill>
              </a:rPr>
              <a:t>Créances — paiement partiel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Valider le suivi du restant dû et les versements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En Caisse, faire une vente de 5 000 F en mode « À crédit » au nom d'un client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Ouvrir Créances → retrouver le client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Cliquer « 💵 Versement » → saisir 2 000 F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Vérifier le restant dû, puis verser les 3 000 F restants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Après 2 000 F : statut « Partiellement payé », restant 3 000 F, mention « déjà payé : 2 000 F »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Après le solde : statut « Payé », la créance disparaît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stock est décrémenté au paiement final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CA encaissé (Rapports) reflète les montants payés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6534"/>
                </a:solidFill>
              </a:rPr>
              <a:t>TEST 4  </a:t>
            </a:r>
            <a:r>
              <a:rPr sz="3000" b="1">
                <a:solidFill>
                  <a:srgbClr val="0F172A"/>
                </a:solidFill>
              </a:rPr>
              <a:t>Consultation — traitements facturés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Le scénario « 1 ml = 100 F, 5 ml = 500 F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Consultations → Nouvelle consultation → choisir un PATIENT via la suggestion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Remplir le diagnostic (SOAP-A), mettre 3 000 F d'actes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« 💉 Traitements » → + Ajouter → choisir l'antibiotique (100 F/ml) → quantité 5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Vérifier le total affiché, enregistrer en statut « Payé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Sous-total traitement = 500 F, Total = 3 500 F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Suggestion de dose affichée si poids + mg/kg renseignés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Stock de l'antibiotique décrémenté de 5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Une vente « 🩺 Consultation » apparaît en Caisse/Historique avec le détail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C2626"/>
                </a:solidFill>
              </a:rPr>
              <a:t>TEST 5  </a:t>
            </a:r>
            <a:r>
              <a:rPr sz="3000" b="1">
                <a:solidFill>
                  <a:srgbClr val="0F172A"/>
                </a:solidFill>
              </a:rPr>
              <a:t>Synchronisation consultation ↔ caisse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Vérifier qu'on ne peut pas facturer deux fois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Créer une consultation avec traitements en statut « En attente »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Ouvrir Créances → la retrouver au nom du propriétaire → « Marquer payé »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Retourner dans Consultations → vérifier le statut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En Caisse → historique → tenter de SUPPRIMER la vente liée (badge 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La consultation est passée automatiquement à « Payé »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stock n'a été décompté qu'UNE seule fois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La suppression est bloquée avec un message explicite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Badge « 🩺 Consultation » visible sur la vente en Caisse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9333EA"/>
                </a:solidFill>
              </a:rPr>
              <a:t>TEST 6  </a:t>
            </a:r>
            <a:r>
              <a:rPr sz="3000" b="1">
                <a:solidFill>
                  <a:srgbClr val="0F172A"/>
                </a:solidFill>
              </a:rPr>
              <a:t>Vaccination — carnet, rappel,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Valider le cycle vaccinal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Consultation pour un patient existant → traitement = vaccin (catégorie Vaccin)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Le champ « 💉 Rappel vaccinal » apparaît → mettre une date DANS 10 JOURS (pour le test)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Enregistrer en « Payé »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Vérifier : fiche Patient, Dashboard,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Fiche patient : badge « 💉 Vaccin J-10 » + vaccination listée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Dashboard : panneau « Rappels vaccinaux » avec le patient et le téléphone du propriétaire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Agenda : RDV « Vaccination » créé à la date de rappel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Stock de doses décrémenté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9488"/>
                </a:solidFill>
              </a:rPr>
              <a:t>TEST 7  </a:t>
            </a:r>
            <a:r>
              <a:rPr sz="3000" b="1">
                <a:solidFill>
                  <a:srgbClr val="0F172A"/>
                </a:solidFill>
              </a:rPr>
              <a:t>Rapports — marges et CA par jour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Valider la rentabilité par produit et l'analyse hebdomadaire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Ouvrir Rapports (menu Financier) → période « Semaine »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Vérifier le KPI « 📈 Marge brute » et son % du CA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Regarder le Top produits : chaque produit affiche sa marge en F et %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Vérifier le graphique « 📅 CA par jour de la semaine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Marge brute = prix de vente − prix d'achat des ventes payées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Les ventes du test 2 apparaissent avec une marge exacte (pa figé)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meilleur jour est surligné en vert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bilan affiche : Recettes / Marge brute / Dépenses / Bénéfice net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D97706"/>
                </a:solidFill>
              </a:rPr>
              <a:t>TEST 8  </a:t>
            </a:r>
            <a:r>
              <a:rPr sz="3000" b="1">
                <a:solidFill>
                  <a:srgbClr val="0F172A"/>
                </a:solidFill>
              </a:rPr>
              <a:t>Dettes fournisseurs — échéances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Valider l'alerte avant retard de paiement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Commandes → Nouvelle commande → remplir + « Échéance paiement » = DANS 5 JOURS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Enregistrer, puis marquer la commande « Reçu »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Ouvrir le Dashboard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Fournisseurs → onglet Dettes &amp; Paiements → enregistrer un versement du montant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Dashboard : panneau « 🏭 Échéances fournisseurs » avec badge J-5 et solde dû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bouton « Gérer les dettes → » ouvre la bonne page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Après versement complet : l'alerte disparaît du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9488"/>
                </a:solidFill>
              </a:rPr>
              <a:t>TEST 9  </a:t>
            </a:r>
            <a:r>
              <a:rPr sz="3000" b="1">
                <a:solidFill>
                  <a:srgbClr val="0F172A"/>
                </a:solidFill>
              </a:rPr>
              <a:t>Création de comptes (sans rate limit)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🎯 Objectif : Valider l'endpoint admin /api/create-user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ÉTAPES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 Se connecter en ADMIN → Comptes utilisateurs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 Créer 3 comptes d'affilée (ex : test1@labarakat.tg, test2…, test3…)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 Se connecter avec l'un d'eux pour vérifier le rôle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 Supprimer les comptes de test ensuite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7830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✅ RÉSULTAT ATTENDU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Les 3 créations passent SANS erreur « Trop de tentatives »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Chaque compte a le bon rôle dans profiles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• Le nouveau compte accède aux pages de son rôle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6534"/>
                </a:solidFill>
              </a:defRPr>
            </a:pPr>
            <a:r>
              <a:t>📋 Checklist de validation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1 — Rôles &amp; sécurité RLS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2 — Caisse : TTC + stock par conditionnement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3 — Créances : versements partiels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4 — Consultation : traitements facturés (5 ml = 500 F)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5 — Anti double-facturation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6 — Vaccination : carnet + rappel + RDV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7 — Rapports : marges + CA par jour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8 — Échéances fournisseurs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☐  Test 9 — Création de comptes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✅ Tout est vert → basculer l'équipe sur la nouvelle URL et supprimer l'ancien projet Cloudflare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⚠️ Un test échoue → capture d'écran + erreur console (F12) et on corrige ensemble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